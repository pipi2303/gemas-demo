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GEMAS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Gereja Manajemen Sistem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502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Aplikasi: Narasi, Fitur, Alur Proses &amp; Tampilan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GPIB Jemaat Trinitas Jakarta  •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1023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54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 &amp; Latar Belakang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38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gereja membutuhkan sistem manajemen digital terpadu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70632"/>
            <a:ext cx="640080" cy="640080"/>
          </a:xfrm>
          <a:prstGeom prst="ellipse">
            <a:avLst/>
          </a:prstGeom>
          <a:solidFill>
            <a:srgbClr val="1023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724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Aplikasi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08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 7 modul inti GEMAS beserta tampilan nyata aplikasinya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41064"/>
            <a:ext cx="640080" cy="640080"/>
          </a:xfrm>
          <a:prstGeom prst="ellipse">
            <a:avLst/>
          </a:prstGeom>
          <a:solidFill>
            <a:srgbClr val="1023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941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953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Proses (Workflow)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data mengalir end-to-end antar-modul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111496"/>
            <a:ext cx="640080" cy="640080"/>
          </a:xfrm>
          <a:prstGeom prst="ellipse">
            <a:avLst/>
          </a:prstGeom>
          <a:solidFill>
            <a:srgbClr val="1023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111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06577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Aplikasi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4498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tangkapan layar dari berbagai halaman GEMAS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pengelolaan pelayanan gereja secara konvensional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Tersebar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warga, keuangan, dan aset masih tercatat manual di kertas atau berkas Excel terpisah-pisah, rawan hilang dan sulit dicari.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 Sulit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377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bidang pelayanan (ibadah, keuangan, diakonia, persuratan) bekerja sendiri-sendiri tanpa data yang saling terhubung.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87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Lambat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63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laporan sensus jemaat dan laporan keuangan untuk sidang majelis memakan waktu berhari-hari.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8862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087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 Transparansi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663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keuangan tanpa alur verifikasi/persetujuan berjenjang membuka risiko kesalahan maupun ketidaksesuaian.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GEMAS: Satu Platform untuk Seluruh Pelayanan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Menyatukan data Jemaat, Peribadahan, Keuangan, Aset, Diakonia, dan Persuratan dalam satu sistem.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ringkas memberi gambaran kondisi gereja secara real-time — tanpa perlu rekap manual.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berjenjang (role-based) menjaga data tetap aman sesuai tanggung jawab masing-masing.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kapan saja melalui browser, oleh admin, majelis, ketua sektor, maupun operator.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00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modul dan halaman fungsional GEMAS saat ini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732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Utama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044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73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3566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Modul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7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566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Fungsional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0" y="1965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732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2423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3566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Web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Jemaat  ·  Peribadahan &amp; Kegiatan  ·  Finance  ·  Fasilitas &amp; Inventaris  ·  Pelayanan Kasih &amp; Doa  ·  Surat Menyurat  ·  Admin Sistem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Modul GEMAS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kelompok menu yang mencakup seluruh siklus pelayanan gereja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Jemaat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halaman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warga, keluarga, sektor, atestasi, sakramen &amp; sensus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3674" y="160020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16554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1655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6554" y="222199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Peribadahan &amp; Kegiatan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16554" y="269748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halaman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16554" y="297180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ibadah, warta, liturgi, kalender &amp; presensi QR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0148" y="160020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3028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930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93028" y="222199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93028" y="269748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halaman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93028" y="297180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Persembahan, RKA, transaksi, verifikasi &amp; laporan keuangan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86621" y="160020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269501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69501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69501" y="222199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&amp; Inventaris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69501" y="269748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halaman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269501" y="297180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gereja, reservasi ruangan &amp; perpustakaan digital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3766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3205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320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75945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Pelayanan Kasih &amp; Doa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23494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halaman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50926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diakonia, distribusi bantuan &amp; pokok doa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3674" y="413766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35" name="Shape 33"/>
          <p:cNvSpPr/>
          <p:nvPr/>
        </p:nvSpPr>
        <p:spPr>
          <a:xfrm>
            <a:off x="3516554" y="43205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516554" y="4320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516554" y="475945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Menyurat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516554" y="523494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halaman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516554" y="550926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keluar/masuk, template &amp; pengaturan persuratan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0148" y="4137660"/>
            <a:ext cx="2647874" cy="2263140"/>
          </a:xfrm>
          <a:prstGeom prst="roundRect">
            <a:avLst>
              <a:gd name="adj" fmla="val 2828"/>
            </a:avLst>
          </a:prstGeom>
          <a:solidFill>
            <a:srgbClr val="F2F4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393028" y="43205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46C8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93028" y="4320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393028" y="4759452"/>
            <a:ext cx="2282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Sistem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393028" y="523494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halaman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393028" y="5509260"/>
            <a:ext cx="22821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Pengguna, hak akses, backup, master data &amp; audit log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Jemaat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induk warga lengkap: identitas, keluarga, sektor pelayanan, hingga riwayat atestasi/mutasi.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Sakramen (Baptis, Sidi, Nikah) dengan pencarian nama Ayah/Ibu langsung dari database warga.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Sensus Jemaat otomatis: total warga, KK, distribusi usia, hingga status keanggotaan.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Laporan Konsolidasi menggabungkan data lintas-modul menjadi satu dokumen PDF untuk sidang majelis.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01_database_warg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UNGGULAN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Sorotan: Sakramen Terhubung Otomatis ke Jadwal Ibadah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0936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mencatat Baptisan/Sidi/Pernikahan, petugas cukup mencentang satu opsi tambahan.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otomatis membuatkan entri baru di Jadwal &amp; Petugas Ibadah bertipe "Sakramen".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Pendeta pelayan sakramen difilter otomatis — hanya menampilkan jemaat berjabatan Pendeta.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Menghilangkan pekerjaan input ganda antara modul Sakramen dan modul Jadwal Ibadah.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06_sakram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Peribadahan &amp; Kegiatan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&amp; Petugas Ibadah lengkap dengan penugasan pengkhotbah, pemusik, dan tim pelayanan.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E-Warta Jemaat digital dapat digenerate otomatis dari jadwal ibadah minggu berjalan.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Ibadah (liturgi), Arsip Khotbah &amp; Renungan, serta Kalender Kegiatan dalam satu tempat.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Livestream &amp; Reminder Ibadah membantu jemaat yang beribadah dari rumah tetap terhubung.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09_jadwal_ibada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UNGGULAN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Sorotan: Presensi Ibadah via QR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0936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Jemaat cukup memindai kode QR di lokasi ibadah — kehadiran langsung tercatat sistem.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juga dapat mencatat kehadiran secara manual bila diperlukan.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kehadiran tersedia per sesi, tren mingguan, maupun per sektor pelayanan.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presensi menjadi dasar analisis pertumbuhan &amp; keterlibatan jemaat dari waktu ke waktu.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16_presensi_ibada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(Keuangan)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Persembahan Digital, RKA/Budget, hingga Laporan Keuangan sesuai standar sinode.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transaksi berjenjang: Draft → Verifikasi → Persetujuan → Posting ke Buku Besar.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laporan keuangan standar: Neraca, Laporan Aktivitas, Arus Kas, dan Realisasi Anggaran.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Penutupan Periode Fiskal mengunci transaksi bulanan agar laporan tidak berubah-ubah.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19_dashboard_fin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UNGGULAN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Sorotan: Kontrol 4-Mata pada Setiap Transaksi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0936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voucher transaksi wajib diverifikasi &amp; disetujui oleh pihak yang berbeda dari pembuatnya.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Segregation of Duties (SoD) menjaga integritas dan mencegah penyalahgunaan.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yang telah disetujui otomatis terposting ke Buku Besar (GL) tanpa input ulang.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proses tercatat dalam Log Aktivitas untuk keperluan audit.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23_verifikasi_persetuju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&amp;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Fasilitas, Inventaris &amp; Pelayanan Kasih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Aset mencatat seluruh inventaris gereja lengkap dengan nilai buku &amp; jadwal pemeliharaan.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Ruangan memudahkan booking gedung/sarana dengan pengecekan bentrok jadwal otomatis.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Diakonia &amp; Distribusi Bantuan mengelola pelayanan kasih kepada jemaat yang membutuhkan.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Pokok &amp; Pergumulan Doa mencatat kebutuhan doa jemaat agar dapat didoakan bersama.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28_manajemen_as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Surat Menyurat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Keluar &amp; Surat Masuk mengikuti alur kerja terstruktur dari draft hingga diarsipkan.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Surat menstandarkan format surat resmi yang sering digunakan sekretariat.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Kop Surat, format penomoran otomatis, serta TTD &amp; cap digital terpusat.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riwayat persuratan tersimpan rapi dan mudah ditelusuri kembali.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8776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34_surat_kelu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6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8229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0" y="176479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0936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Hak Akses granular per-role terhadap setiap menu dan submenu aplikasi.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25420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24140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Database menjaga keamanan seluruh data gereja.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331927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31912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terpusat: seluruh nilai referensi (jabatan, jenis ibadah, dsb) dikelola dari satu tempat.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40965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9684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Aktivitas Sistem mencatat audit trail lengkap, termasuk audit khusus perubahan kritis.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" y="795528"/>
            <a:ext cx="4306824" cy="5216938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8A93A0">
                <a:alpha val="35000"/>
              </a:srgbClr>
            </a:outerShdw>
          </a:effectLst>
        </p:spPr>
      </p:sp>
      <p:pic>
        <p:nvPicPr>
          <p:cNvPr id="13" name="Image 0" descr="/home/claude/gemas-manual/screenshots/39_manajemen_hak_aks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4160520" cy="50706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Proses (Workflow)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data mengalir end-to-end antar-modul GEMAS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1 — Pencatatan Sakramen ke Jadwal Ibadah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lintas-modul: Database Jemaat → Peribadahan &amp; Kegiatan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4490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3449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Sakramen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mencatat Baptis/Sidi/Nikah pada modul Sakramen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40964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33572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7982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27982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8164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Opsi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98164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"Buat juga Jadwal Ibadah" saat menyimpan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27064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1474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1474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otomatis membuat entri Jadwal Ibadah bertipe Sakramen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27948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20556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146C86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14966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14966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85148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Dipakai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185148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langsung tampil di Jadwal &amp; Petugas Ibadah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2 — Transaksi Keuangan hingga Laporan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berjenjang menjaga akuntabilitas keuangan gereja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5141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55141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Transaksi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kas/bank dibuat berstatus Draft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582266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74874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9934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9934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39466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39466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Diperiksa oleh verifikator berbeda dari pembuat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17059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09667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74259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74259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Disetujui sesuai batas kewenangan (4-mata)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51853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44461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9522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59522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09053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ke GL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509053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tercatat di Buku Besar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86646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79254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146C86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94315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94315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43846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743846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Neraca, Aktivitas, Arus Kas &amp; Realisasi Anggaran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3 — Surat Keluar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Persuratan resmi gereja mengikuti tahapan yang terlacak penuh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5141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55141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menyusun rancangan surat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582266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74874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9934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9934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39466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39466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 untuk pemeriksaan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17059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09667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74259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Diperiksa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74259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Ditinjau oleh pejabat berwenang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51853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44461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9522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59522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09053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Ditandatangani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509053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TTD &amp; cap digital dibubuhkan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86646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79254" y="2331720"/>
            <a:ext cx="1942186" cy="2331720"/>
          </a:xfrm>
          <a:prstGeom prst="roundRect">
            <a:avLst>
              <a:gd name="adj" fmla="val 3296"/>
            </a:avLst>
          </a:prstGeom>
          <a:solidFill>
            <a:srgbClr val="146C86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94315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94315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43846" y="2715768"/>
            <a:ext cx="161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Terkirim &amp; Diarsipkan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743846" y="3291840"/>
            <a:ext cx="16130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Dikirim ke tujuan, lalu diarsipkan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4 — Bantuan Diakonia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pengajuan jemaat hingga bantuan tersalurkan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4490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3449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Jemaat/majelis mengajukan permohonan bantuan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40964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33572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7982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27982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8164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98164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diakonia memeriksa kelayakan pemohon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27064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1474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1474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Disetujui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disetujui sesuai kebijakan gereja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27948" y="31775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20556" y="2331720"/>
            <a:ext cx="2500884" cy="2331720"/>
          </a:xfrm>
          <a:prstGeom prst="roundRect">
            <a:avLst>
              <a:gd name="adj" fmla="val 2745"/>
            </a:avLst>
          </a:prstGeom>
          <a:solidFill>
            <a:srgbClr val="146C86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14966" y="207568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14966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85148" y="2715768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Disalurkan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185148" y="3291840"/>
            <a:ext cx="21717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disalurkan &amp; tercatat di sistem keuangan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Aplikasi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tangkapan layar langsung dari GEMAS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Aplikasi — Bagian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4" name="Image 0" descr="/home/claude/gemas-manual/screenshots/03_data_keluarg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480310" cy="30228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Keluarga Jemaat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38556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7" name="Image 1" descr="/home/claude/gemas-manual/screenshots/10_e_wart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30" y="1234440"/>
            <a:ext cx="2480310" cy="30228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9471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E-Warta Jemaat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18591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10" name="Image 2" descr="/home/claude/gemas-manual/screenshots/20_master_data_fina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1234440"/>
            <a:ext cx="2480310" cy="30228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9506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Finance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98626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13" name="Image 3" descr="/home/claude/gemas-manual/screenshots/40_backup_restor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130" y="1234440"/>
            <a:ext cx="2480310" cy="30228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9541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Aplikasi — Bagian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4" name="Image 0" descr="/home/claude/gemas-manual/screenshots/13_kalender_kegiat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480310" cy="30228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Kegiatan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38556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7" name="Image 1" descr="/home/claude/gemas-manual/screenshots/27_laporan_keuang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30" y="1234440"/>
            <a:ext cx="2480310" cy="30228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9471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18591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10" name="Image 2" descr="/home/claude/gemas-manual/screenshots/30_perpustakaan_digit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1234440"/>
            <a:ext cx="2480310" cy="30228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9506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Perpustakaan Digital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986266" y="1179576"/>
            <a:ext cx="2590038" cy="3132606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8A93A0">
                <a:alpha val="30000"/>
              </a:srgbClr>
            </a:outerShdw>
          </a:effectLst>
        </p:spPr>
      </p:sp>
      <p:pic>
        <p:nvPicPr>
          <p:cNvPr id="13" name="Image 3" descr="/home/claude/gemas-manual/screenshots/42_master_dat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130" y="1234440"/>
            <a:ext cx="2480310" cy="30228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95410" y="4385334"/>
            <a:ext cx="2571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bagi Gereja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5361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5179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Waktu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4884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sensus &amp; keuangan yang dulu berhari-hari kini tersedia dalam hitungan menit.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2801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</p:spPr>
      </p:sp>
      <p:sp>
        <p:nvSpPr>
          <p:cNvPr id="9" name="Shape 7"/>
          <p:cNvSpPr/>
          <p:nvPr/>
        </p:nvSpPr>
        <p:spPr>
          <a:xfrm>
            <a:off x="6336792" y="15361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15179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Keuangan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36792" y="214884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verifikasi &amp; persetujuan berjenjang menjaga akuntabilitas setiap transaksi.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8221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38039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Terpusat &amp; Aman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43484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sumber data untuk seluruh bidang pelayanan, dengan backup rutin.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35661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336792" y="38221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3679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38039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Lintas Bidang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443484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saling terhubung — dari sakramen ke jadwal ibadah, dari diakonia ke keuangan.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Gereja Manajemen Sistem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Intramedika Global Digital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256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 — Melayani dengan Lebih Terhubung, Transparan, dan Efisien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GPIB Jemaat Trinitas Jakarta  •  Intramedika Global Digital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Intramedika Global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GEMAS — Gereja Manajemen Sistem</dc:title>
  <dc:subject>PptxGenJS Presentation</dc:subject>
  <dc:creator>GEMAS</dc:creator>
  <cp:lastModifiedBy>GEMAS</cp:lastModifiedBy>
  <cp:revision>1</cp:revision>
  <dcterms:created xsi:type="dcterms:W3CDTF">2026-09-13T14:21:41Z</dcterms:created>
  <dcterms:modified xsi:type="dcterms:W3CDTF">2026-09-13T14:21:41Z</dcterms:modified>
</cp:coreProperties>
</file>